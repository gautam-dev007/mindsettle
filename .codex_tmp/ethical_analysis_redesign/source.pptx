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 as a short ethical analysis of two practical ICT cases: chatbot disclosure and the sale of mobile app customer information. Mention that the report uses eight ethical theories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issue is not whether organisations can use automation. The issue is whether they should tell customers. Apply each theory briefly and conclude that disclosure is ethically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flow from the customer to the app, then to the company and advertisers. The ethical problem is not advertising itself; it is selling identifiable data without clear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links both questions. For the chatbot issue, the theories mostly point in the same direction. For data selling, the theories show a balance, but informed consent is still the strongest ethical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saying that responsible ICT practice is not only about what technology can do. It is about transparency, consent, privacy and trust.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1792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69037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ASSESSMENT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11155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Technology, Ethics &amp; Trust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Two questions. Eight theories. One central issue: trust.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92440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🤖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73836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📱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6265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44168" y="2962656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AI customer service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44168" y="3282696"/>
            <a:ext cx="42153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Should customers know when they are speaking with an automated system?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1513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44168" y="4151376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Customer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44168" y="4471416"/>
            <a:ext cx="42153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Should companies be allowed to sell mobile app information to advertisers?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370332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79018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Transparency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138160" y="370332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790188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Consent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418320" y="370332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CE7F3"/>
          </a:solidFill>
          <a:ln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3790188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Privacy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561320" y="3703320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34472" y="3790188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Trust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85800" y="5897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Anjan Basnet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ICT303 Professional Ethics in Computing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345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QUESTION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22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Should customers know it is AI?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</a:rPr>
              <a:t>Automated customer service can feel human, so disclosure matters.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926080" cy="361188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87552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Clear disclosure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1FAE5"/>
                </a:solidFill>
              </a:rPr>
              <a:t>“I am an automated assistant.”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" y="4434840"/>
            <a:ext cx="18745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4645152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Automation is acceptable, but hiding automation weakens trust and informed choice.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908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Kantianism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2350008"/>
            <a:ext cx="6217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53288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Honesty is a duty; customers should not be misled.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49808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Rule Utilitarianism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2350008"/>
            <a:ext cx="6217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3288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A disclosure rule builds long-term trust.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0690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Social Contract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4087368"/>
            <a:ext cx="6217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427024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Fair service relationships need informed choice.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980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Virtue Ethics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4087368"/>
            <a:ext cx="6217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427024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Good organisations act openly and honestly.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069080" y="5504688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56692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Answer: Yes, disclose 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ICT303 Professional Ethics in Computing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345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QUESTION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22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Should customer data be sold?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</a:rPr>
              <a:t>The main ethical issue is selling identifiable data without clear permission.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👤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26883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86584" y="2532888"/>
            <a:ext cx="393192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0574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📱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17520" y="26883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Mobile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43984" y="2532888"/>
            <a:ext cx="393192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20574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🏢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074920" y="26883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Company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01384" y="2532888"/>
            <a:ext cx="393192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0574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📢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132320" y="26883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Advertisers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1856232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121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E6FD"/>
                </a:solidFill>
              </a:rPr>
              <a:t>Best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28048" y="25237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Opt-in consent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60730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Privacy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19456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360730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Consent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52044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CE7F3"/>
          </a:solidFill>
          <a:ln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60730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Profiling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60730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Trust loss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172200" y="352044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60730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Security risk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6868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Ethical Egoism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88920" y="4270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Profit now vs reputation later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89788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Act Utilitarianism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18120" y="4270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Ad benefits vs privacy harm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68680" y="4937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Cultural Relativism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788920" y="4956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Different societies, different norms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897880" y="4937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Subjective Relativism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818120" y="4956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Different customers, different views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02920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ICT303 Professional Ethics in Computing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01400" y="6345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WHAT THE THEORIES SHOW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22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Two different issues. One shared message.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</a:rPr>
              <a:t>Trust depends on what users know and what they agree to.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800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965960"/>
            <a:ext cx="4800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Automated system disclosure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Transparency wins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493008"/>
            <a:ext cx="3977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All four theories point toward disclosure because customers need honesty, trust and informed choice.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22008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70648" y="23042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Selling customer information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Consent matters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3493008"/>
            <a:ext cx="3977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Data sharing can create business value, but the concern becomes serious when customers are unaware.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544068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560527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Common message: no trust without transparency.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ICT303 Professional Ethics in Computing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345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FINAL TAKEAWAY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22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Responsible ICT practice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</a:rPr>
              <a:t>Technology should be judged by how fairly it treats people.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937760" cy="3611880"/>
          </a:xfrm>
          <a:prstGeom prst="roundRect">
            <a:avLst>
              <a:gd name="adj" fmla="val 2532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E6FD"/>
                </a:solidFill>
              </a:rPr>
              <a:t>Final position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4114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Organisations should clearly disclose automated systems and should not sell identifiable customer information without informed permission.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FAE5"/>
                </a:solidFill>
              </a:rPr>
              <a:t>Transparency + consent + privacy + trust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76288" y="19842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Tell customers when AI is being used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262432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76288" y="26426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Offer human assistance when necessary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2826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76288" y="33009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Ask permission before sharing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9410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76288" y="39593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Collect only necessary information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45994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76288" y="46177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Keep privacy policies clear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5532120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7424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Key sources: ACM, OAIC, Cheng et al., Mozafari et al., Ullah et al., van der Goot et al.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ICT303 Professional Ethics in Computing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345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King's Own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2 Ethical Analysis</dc:title>
  <dc:subject>ICT303 Professional Ethics in Computing</dc:subject>
  <dc:creator>Anjan Basnet</dc:creator>
  <cp:lastModifiedBy>Anjan Basnet</cp:lastModifiedBy>
  <cp:revision>1</cp:revision>
  <dcterms:created xsi:type="dcterms:W3CDTF">2026-08-14T03:55:16Z</dcterms:created>
  <dcterms:modified xsi:type="dcterms:W3CDTF">2026-08-14T03:55:16Z</dcterms:modified>
</cp:coreProperties>
</file>