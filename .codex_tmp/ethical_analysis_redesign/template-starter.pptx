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de3825ca2948f9" /><Relationship Type="http://schemas.openxmlformats.org/officeDocument/2006/relationships/extended-properties" Target="/docProps/app.xml" Id="R212c0c7a12084533" /><Relationship Type="http://schemas.openxmlformats.org/officeDocument/2006/relationships/officeDocument" Target="/ppt/presentation.xml" Id="Rd7330299bb6f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dc847589c34cc9"/>
  </p:sldMasterIdLst>
  <p:notesMasterIdLst>
    <p:notesMasterId xmlns:r="http://schemas.openxmlformats.org/officeDocument/2006/relationships" r:id="R20cca770d5d444a3"/>
  </p:notesMasterIdLst>
  <p:sldIdLst>
    <p:sldId xmlns:r="http://schemas.openxmlformats.org/officeDocument/2006/relationships" id="256" r:id="R0eaa9fb8efab444b"/>
    <p:sldId xmlns:r="http://schemas.openxmlformats.org/officeDocument/2006/relationships" id="257" r:id="R3173ac6140d04e9f"/>
    <p:sldId xmlns:r="http://schemas.openxmlformats.org/officeDocument/2006/relationships" id="258" r:id="R3900b344828a4d5c"/>
    <p:sldId xmlns:r="http://schemas.openxmlformats.org/officeDocument/2006/relationships" id="259" r:id="R53627bff34b04416"/>
    <p:sldId xmlns:r="http://schemas.openxmlformats.org/officeDocument/2006/relationships" id="260" r:id="R0045af3a44c54815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a6d403dd294acf" /><Relationship Type="http://schemas.openxmlformats.org/officeDocument/2006/relationships/slideMaster" Target="/ppt/slideMasters/slideMaster1.xml" Id="R66dc847589c34cc9" /><Relationship Type="http://schemas.openxmlformats.org/officeDocument/2006/relationships/notesMaster" Target="/ppt/notesMasters/notesMaster1.xml" Id="R20cca770d5d444a3" /><Relationship Type="http://schemas.openxmlformats.org/officeDocument/2006/relationships/presProps" Target="/ppt/presProps.xml" Id="R7fcfb0ca84cb4bb4" /><Relationship Type="http://schemas.openxmlformats.org/officeDocument/2006/relationships/viewProps" Target="/ppt/viewProps.xml" Id="R6187cc4f66c74f94" /><Relationship Type="http://schemas.openxmlformats.org/officeDocument/2006/relationships/tableStyles" Target="/ppt/tableStyles.xml" Id="R8f6c60bc80114255" /><Relationship Type="http://schemas.openxmlformats.org/officeDocument/2006/relationships/slide" Target="/ppt/slides/slide1.xml" Id="R0eaa9fb8efab444b" /><Relationship Type="http://schemas.openxmlformats.org/officeDocument/2006/relationships/slide" Target="/ppt/slides/slide2.xml" Id="R3173ac6140d04e9f" /><Relationship Type="http://schemas.openxmlformats.org/officeDocument/2006/relationships/slide" Target="/ppt/slides/slide3.xml" Id="R3900b344828a4d5c" /><Relationship Type="http://schemas.openxmlformats.org/officeDocument/2006/relationships/slide" Target="/ppt/slides/slide4.xml" Id="R53627bff34b04416" /><Relationship Type="http://schemas.openxmlformats.org/officeDocument/2006/relationships/slide" Target="/ppt/slides/slide5.xml" Id="R0045af3a44c5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5ade3bb62c40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03d91c63d494b" /><Relationship Type="http://schemas.openxmlformats.org/officeDocument/2006/relationships/notesMaster" Target="/ppt/notesMasters/notesMaster1.xml" Id="R859ceb26d8aa45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5b5ebb943d40fd" /><Relationship Type="http://schemas.openxmlformats.org/officeDocument/2006/relationships/notesMaster" Target="/ppt/notesMasters/notesMaster1.xml" Id="Rfdca7935f1004d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583f9dc3db4f13" /><Relationship Type="http://schemas.openxmlformats.org/officeDocument/2006/relationships/notesMaster" Target="/ppt/notesMasters/notesMaster1.xml" Id="Rde4bba8ad9c340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92764e5b414fd3" /><Relationship Type="http://schemas.openxmlformats.org/officeDocument/2006/relationships/notesMaster" Target="/ppt/notesMasters/notesMaster1.xml" Id="Re4d6d23e239443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274f15fde742a0" /><Relationship Type="http://schemas.openxmlformats.org/officeDocument/2006/relationships/notesMaster" Target="/ppt/notesMasters/notesMaster1.xml" Id="R2d1ca7b1499242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topic as a short ethical analysis of two practical ICT cases: chatbot disclosure and the sale of mobile app customer information. Mention that the report uses eight ethical theories in total.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issue is not whether organisations can use automation. The issue is whether they should tell customers. Apply each theory briefly and conclude that disclosure is ethically stronger.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data flow from the customer to the app, then to the company and advertisers. The ethical problem is not advertising itself; it is selling identifiable data without clear consent.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links both questions. For the chatbot issue, the theories mostly point in the same direction. For data selling, the theories show a balance, but informed consent is still the strongest ethical response.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saying that responsible ICT practice is not only about what technology can do. It is about transparency, consent, privacy and trust. Invite questions.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52607589c46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62742cddf4a7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ffc16aa104b7d" /><Relationship Type="http://schemas.openxmlformats.org/officeDocument/2006/relationships/slideLayout" Target="/ppt/slideLayouts/slideLayout1.xml" Id="Rd71f5fb82f654b39" /><Relationship Type="http://schemas.openxmlformats.org/officeDocument/2006/relationships/slideLayout" Target="/ppt/slideLayouts/slideLayout2.xml" Id="Rb58bb4b1a3864bd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1f5fb82f654b39"/>
    <p:sldLayoutId xmlns:r="http://schemas.openxmlformats.org/officeDocument/2006/relationships" id="2147483650" r:id="Rb58bb4b1a3864bd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128177873f42ae" /><Relationship Type="http://schemas.openxmlformats.org/officeDocument/2006/relationships/notesSlide" Target="/ppt/notesSlides/notesSlide1.xml" Id="R0c6cc449e5d04e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9e355b9ef1485b" /><Relationship Type="http://schemas.openxmlformats.org/officeDocument/2006/relationships/notesSlide" Target="/ppt/notesSlides/notesSlide2.xml" Id="R9618889449814a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00b34532dc4655" /><Relationship Type="http://schemas.openxmlformats.org/officeDocument/2006/relationships/notesSlide" Target="/ppt/notesSlides/notesSlide3.xml" Id="R57194c155b4e4a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b8169e760e4c01" /><Relationship Type="http://schemas.openxmlformats.org/officeDocument/2006/relationships/notesSlide" Target="/ppt/notesSlides/notesSlide4.xml" Id="R85f9887998434d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2fa445b5674c04" /><Relationship Type="http://schemas.openxmlformats.org/officeDocument/2006/relationships/notesSlide" Target="/ppt/notesSlides/notesSlide5.xml" Id="R4fb7266c0e3543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E7C923-1442-4CF2-ACE8-5E7CADA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025E00-2338-441B-9B67-8B53CB3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1792"/>
            <a:ext cx="1143000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98D11C-3810-467F-BBAB-7017870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90372"/>
            <a:ext cx="93268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</a:rPr>
              <a:t>ASSESSMENT 2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D468A2-D4B1-48A0-95FC-271D8E33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15568"/>
            <a:ext cx="7132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0F172A"/>
                </a:solidFill>
              </a:rPr>
              <a:t>Technology, Ethics &amp; Trust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A0D9F29-4C91-48CB-91F8-425105E9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088"/>
            <a:ext cx="6217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475569"/>
                </a:solidFill>
              </a:rPr>
              <a:t>Two questions. Eight theories. One central issue: trust.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F5991F-CDAF-4162-AA9A-04C9365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170432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>
                <a:solidFill>
                  <a:srgbClr val="000000"/>
                </a:solidFill>
              </a:rPr>
              <a:t>🤖</a:t>
            </a:r>
            <a:endParaRPr sz="5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5854F2B-BC0B-4DE2-8EE3-5A86CB02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87452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>
                <a:solidFill>
                  <a:srgbClr val="000000"/>
                </a:solidFill>
              </a:rPr>
              <a:t>📱</a:t>
            </a:r>
            <a:endParaRPr sz="5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02F288B-E1E3-4107-A894-BAB72EF6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1A6A3E-F743-4968-9CCF-D428592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62656"/>
            <a:ext cx="3840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000000"/>
                </a:solidFill>
              </a:rPr>
              <a:t>🤖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24A532-8FA8-49D8-AE90-3D95928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962656"/>
            <a:ext cx="4215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</a:rPr>
              <a:t>AI customer service</a:t>
            </a:r>
            <a:endParaRPr sz="11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C13CE4-FE1F-464F-A88B-92D30D7A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282696"/>
            <a:ext cx="4215384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</a:rPr>
              <a:t>Should customers know when they are speaking with an automated system?</a:t>
            </a:r>
            <a:endParaRPr sz="8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68DE148-52C3-4289-8F24-F70F9D8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4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18E16B0-1B20-4611-84A0-902AA708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51376"/>
            <a:ext cx="3840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000000"/>
                </a:solidFill>
              </a:rPr>
              <a:t>📱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6B42F60-CC62-4A41-904D-CEBD3E3E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151376"/>
            <a:ext cx="4215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</a:rPr>
              <a:t>Customer data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1848A4E-0F87-4812-BC74-ABFC1B2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471416"/>
            <a:ext cx="4215384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</a:rPr>
              <a:t>Should companies be allowed to sell mobile app information to advertisers?</a:t>
            </a:r>
            <a:endParaRPr sz="8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F6336CA-7AE8-4001-9239-42915D6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03320"/>
            <a:ext cx="14173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533AE7-F6D8-46EB-B8D9-2CAEA87C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790188"/>
            <a:ext cx="127101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Transparency</a:t>
            </a:r>
            <a:endParaRPr sz="8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152E20-D33C-4D03-8E71-C455C31E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03320"/>
            <a:ext cx="109728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F7325DF-1804-43F9-89AD-032A35A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790188"/>
            <a:ext cx="95097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Consent</a:t>
            </a:r>
            <a:endParaRPr sz="8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5DAAC10-3BB3-4BB6-A7DB-5CB6421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703320"/>
            <a:ext cx="100584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288CC1-F094-4687-8E78-BE2BEA8E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790188"/>
            <a:ext cx="85953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Privacy</a:t>
            </a:r>
            <a:endParaRPr sz="8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48E4EEE-1BA1-4874-9EA1-A1E394FC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3703320"/>
            <a:ext cx="82296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F8490C-FE95-4CE2-8558-EC5D73DA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3790188"/>
            <a:ext cx="6766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Trust</a:t>
            </a:r>
            <a:endParaRPr sz="8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FB166E5-47C2-4AD6-8FEF-04DC5809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78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72A"/>
                </a:solidFill>
              </a:rPr>
              <a:t>Anjan Basnet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547911-0594-4489-9645-30F33B2E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9137EA5-1C92-446A-89D1-7AFE73DA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56797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FD04DB-406D-4C68-A9CF-993020AC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QUESTION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40AEF9-0DFB-4805-B982-DBC6C89B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F172A"/>
                </a:solidFill>
              </a:rPr>
              <a:t>Should customers know it is AI?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042AAD-4B77-4F5E-A63C-AA6351E2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475569"/>
                </a:solidFill>
              </a:rPr>
              <a:t>Automated customer service can feel human, so disclosure matters.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7684F1-58CB-4698-B56D-D7124F4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2926080" cy="36118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3023AB8-4D1F-4AE5-B7E3-9E1BD91F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14884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500">
                <a:solidFill>
                  <a:srgbClr val="000000"/>
                </a:solidFill>
              </a:rPr>
              <a:t>🤖</a:t>
            </a:r>
            <a:endParaRPr sz="4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193999-2860-4C27-AB47-F4D604FB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6324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Clear disclosure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08F7DE-3E4C-4B0A-AF8C-5AD0311F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566160"/>
            <a:ext cx="2011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D1FAE5"/>
                </a:solidFill>
              </a:rPr>
              <a:t>“I am an automated assistant.”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710038-38B7-4926-BFD8-D8BE7436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434840"/>
            <a:ext cx="1874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5DA16A-DB68-4755-B21C-8541CC6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645152"/>
            <a:ext cx="2148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CBD5E1"/>
                </a:solidFill>
              </a:rPr>
              <a:t>Automation is acceptable, but hiding automation weakens trust and informed choice.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F06DE51-8F00-4ED0-9E84-E65BD30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96596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</a:rPr>
              <a:t>Kantianism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EA590D6-737D-4494-84B5-B6BB1F9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350008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0B98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4BB0A28-03FC-4E4D-86FA-3AE6CC5D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53288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Honesty is a duty; customers should not be misled.</a:t>
            </a:r>
            <a:endParaRPr sz="10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8C9A1F-2ADE-4893-883A-B71E652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96596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</a:rPr>
              <a:t>Rule Utilitarianism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E9885CB-8834-42E7-BD6C-08066C4A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350008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0B98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CB4A95B-83EB-4104-8889-06485A40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3288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A disclosure rule builds long-term trust.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48DC415-E5F1-4E7E-8C14-0ED234C7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70332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</a:rPr>
              <a:t>Social Contract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DD73373-00CB-4A6E-839F-2F7B9FCD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087368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0B98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7BF320-E1DD-474C-8C38-B2019591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Fair service relationships need informed choice.</a:t>
            </a:r>
            <a:endParaRPr sz="10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BF0924-952A-4687-91F7-8E6A1F08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70332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</a:rPr>
              <a:t>Virtue Ethics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4B93301-A546-4537-A946-ECFFC8FF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087368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0B98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7B288A7-6C59-4DFF-A482-6398ED80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27024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Good organisations act openly and honestly.</a:t>
            </a:r>
            <a:endParaRPr sz="10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5B2973-4011-43BA-8ABD-27897AD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5504688"/>
            <a:ext cx="63550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2700">
            <a:solidFill>
              <a:srgbClr val="A7F3D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CB28504-CB16-4142-BD72-FDC8004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66928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65F46"/>
                </a:solidFill>
              </a:rPr>
              <a:t>Answer: Yes, disclose it.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4872A32-C603-4C67-97EB-67979305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44E0DD6-8A73-42E2-8289-E594A036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53932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67978B-5CA2-48AD-A9D6-A54775B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QUESTION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C0132E-38B1-4A86-8D28-B741C8D0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F172A"/>
                </a:solidFill>
              </a:rPr>
              <a:t>Should customer data be sold?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AFFD66-AFA4-47CE-91CB-8B5DA564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475569"/>
                </a:solidFill>
              </a:rPr>
              <a:t>The main ethical issue is selling identifiable data without clear permission.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55D24AE-1B5F-4B82-9D61-22592C16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4F88AC-DB0A-4719-A61F-FC94F3C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👤</a:t>
            </a:r>
            <a:endParaRPr sz="2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183ABD-751F-4612-8E3D-188AE530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Customer</a:t>
            </a:r>
            <a:endParaRPr sz="8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B4E0F0-5D3E-4735-8434-609BD8F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532888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EBA4844-5DB0-4D7A-AA08-28C2D1EF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0D26E2-340E-46A3-941F-79CD12B6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📱</a:t>
            </a:r>
            <a:endParaRPr sz="2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09F783-E093-4280-A039-1530A8C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Mobile app</a:t>
            </a:r>
            <a:endParaRPr sz="8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1D0A93C-F286-4A06-ADBD-331C7DDF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532888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6FA56D-523C-48A5-934C-C2E1BE07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021020-C736-449E-B091-3EAC045D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🏢</a:t>
            </a:r>
            <a:endParaRPr sz="2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BA6631-86A5-4531-BF86-1112DF21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Company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2DB196-AA56-4A3C-85AC-31514686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532888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9153491-3C39-42F5-89E9-A99387B8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141732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B2C85D-5912-4AD4-B3C9-820781B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176272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>
                <a:solidFill>
                  <a:srgbClr val="000000"/>
                </a:solidFill>
              </a:rPr>
              <a:t>📢</a:t>
            </a:r>
            <a:endParaRPr sz="2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AB023D9-FD7E-4AD1-A137-B8E1572F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88336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F172A"/>
                </a:solidFill>
              </a:rPr>
              <a:t>Advertisers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1456835-A6DC-4ADA-B88F-09514C8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56232"/>
            <a:ext cx="192024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7ABE8E9-F31D-4FCD-AD9A-1FE062E8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121408"/>
            <a:ext cx="1417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BAE6FD"/>
                </a:solidFill>
              </a:rPr>
              <a:t>Best answer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CD12ED4-9D10-4358-A905-3E37EE0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523744"/>
            <a:ext cx="1600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Opt-in consent</a:t>
            </a:r>
            <a:endParaRPr sz="15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01D823D-151B-46D8-8687-CA617E48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F604E91-9DE7-474B-8676-366B853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Privacy</a:t>
            </a:r>
            <a:endParaRPr sz="8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0DACD8F-E96C-4019-96E6-3F3E6798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6016D4-94FE-45D1-B527-E0BF5155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Consent</a:t>
            </a:r>
            <a:endParaRPr sz="82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98EE326-A82D-430A-88DE-7F2C7AB5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7C509D7-CC8E-4B06-83CD-7E1D17F5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Profiling</a:t>
            </a:r>
            <a:endParaRPr sz="8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DEC1B01-B395-41DF-868D-EB8BEF7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AFA25FC-FB8D-4A70-9D5A-0D3338EE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Trust loss</a:t>
            </a:r>
            <a:endParaRPr sz="82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77397AB-98B4-4A06-80A6-4BE7800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0440"/>
            <a:ext cx="11430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EEFD15E-E2CA-46EE-925F-B9E0318B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607308"/>
            <a:ext cx="9966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0F172A"/>
                </a:solidFill>
              </a:rPr>
              <a:t>Security risk</a:t>
            </a:r>
            <a:endParaRPr sz="8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8FE086D-5891-453E-BAD0-3C3A1C5B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</a:rPr>
              <a:t>Ethical Egoism</a:t>
            </a:r>
            <a:endParaRPr sz="11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A5E57A8-422B-4CDA-AA5E-2BC5A94D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2702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Profit now vs reputation later</a:t>
            </a:r>
            <a:endParaRPr sz="102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3F2BB09-E60D-496B-A8F6-2A08A15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519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</a:rPr>
              <a:t>Act Utilitarianism</a:t>
            </a:r>
            <a:endParaRPr sz="11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8F2BFA7-14EF-4DFF-B40E-00A52660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702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Ad benefits vs privacy harm</a:t>
            </a:r>
            <a:endParaRPr sz="102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4CF7AFF-63E5-459F-8321-069432F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</a:rPr>
              <a:t>Cultural Relativism</a:t>
            </a:r>
            <a:endParaRPr sz="11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51B705A-58EE-49BB-8440-276C63F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560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Different societies, different norms</a:t>
            </a:r>
            <a:endParaRPr sz="102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78C8A2F-D69E-41E9-9901-C549EF27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937760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</a:rPr>
              <a:t>Subjective Relativism</a:t>
            </a:r>
            <a:endParaRPr sz="11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782F92C-6EF0-40EE-BE32-ADAF1E66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956048"/>
            <a:ext cx="2834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475569"/>
                </a:solidFill>
              </a:rPr>
              <a:t>Different customers, different views</a:t>
            </a:r>
            <a:endParaRPr sz="102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F5A7176-BCC2-44DF-90BE-DAEF10D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6918A82-90D8-4781-9B9A-36C7A139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62583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E1E849-C8EF-4231-9D54-1AFB25A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WHAT THE THEORIES SHOW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B56F90-D9FD-4AD1-B579-E0FCFA2C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F172A"/>
                </a:solidFill>
              </a:rPr>
              <a:t>Two different issues. One shared message.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0070A8-D301-48F5-9DBD-E58F9C80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475569"/>
                </a:solidFill>
              </a:rPr>
              <a:t>Trust depends on what users know and what they agree to.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DACF64-5EB5-4284-9C52-576F869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480060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0B5675E-20ED-4074-B662-55A8C566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65960"/>
            <a:ext cx="480060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993DFC-5741-4731-AFEF-5CC5BD2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0428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000000"/>
                </a:solidFill>
              </a:rPr>
              <a:t>🤖</a:t>
            </a:r>
            <a:endParaRPr sz="2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F23FAD-0B45-4ED7-BEB0-7857ECC2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0428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F172A"/>
                </a:solidFill>
              </a:rPr>
              <a:t>Automated system disclosure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A04DA4-59AC-4852-A709-7A986EEB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71216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0B981"/>
                </a:solidFill>
              </a:rPr>
              <a:t>Transparency wins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CA07C2-F17A-4B07-81B3-8FF7F2D1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93008"/>
            <a:ext cx="3977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</a:rPr>
              <a:t>All four theories point toward disclosure because customers need honesty, trust and informed choice.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947B4A-5872-498D-842D-B9558BF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0428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rgbClr val="000000"/>
                </a:solidFill>
              </a:rPr>
              <a:t>📱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862EE9-2D98-415D-8F11-5DEF089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0428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F172A"/>
                </a:solidFill>
              </a:rPr>
              <a:t>Selling customer information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16833F-401C-40BC-A23F-B559B1ED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871216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38BDF8"/>
                </a:solidFill>
              </a:rPr>
              <a:t>Consent matters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528D1E-49B5-47D8-8D98-7B137828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493008"/>
            <a:ext cx="3977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</a:rPr>
              <a:t>Data sharing can create business value, but the concern becomes serious when customers are unaware.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719944A-D6B3-4979-BD87-C5EEF7C2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40680"/>
            <a:ext cx="83210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9CF473E-4129-4A28-BE8F-0278CD6A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605272"/>
            <a:ext cx="7955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Common message: no trust without transparency.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BA2566-B0B8-4D64-8383-7DE5C98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0AB54E-FD11-4126-8011-F48BD086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21153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A190051-4D75-4BF3-8ABA-C3A72645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3840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FINAL TAKEAWAY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DDAF12-1554-4C0F-8814-D274AD4E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722376"/>
            <a:ext cx="8046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F172A"/>
                </a:solidFill>
              </a:rPr>
              <a:t>Responsible ICT practice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9018C0-9ED1-4088-B336-0DA45A29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21615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475569"/>
                </a:solidFill>
              </a:rPr>
              <a:t>Technology should be judged by how fairly it treats people.</a:t>
            </a:r>
            <a:endParaRPr sz="12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E8757E6-EADA-4013-9D67-B959BEF0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4937760" cy="361188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D4FEA0-EAFE-4C33-AE98-D39D046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BAE6FD"/>
                </a:solidFill>
              </a:rPr>
              <a:t>Final position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5494CD-ABBA-4C4E-A501-E824C2BF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114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</a:rPr>
              <a:t>Organisations should clearly disclose automated systems and should not sell identifiable customer information without informed permission.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BA5DF85-0262-427F-AE93-D5646E0C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052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D1FAE5"/>
                </a:solidFill>
              </a:rPr>
              <a:t>Transparency + consent + privacy + trust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7707E3-290F-4D86-90A9-A7C99EA7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65960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</a:rPr>
              <a:t>✓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5ABC33-E6EF-489D-8A31-7D9EB498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984248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0F172A"/>
                </a:solidFill>
              </a:rPr>
              <a:t>Tell customers when AI is being used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98CCB0-4B08-4CE3-ADD5-6DEA5FA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24328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</a:rPr>
              <a:t>✓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E5F900-8975-4679-BDB4-99B2A3A9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42616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0F172A"/>
                </a:solidFill>
              </a:rPr>
              <a:t>Offer human assistance when necessary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0271C0-E9DE-4D75-87BE-B9EE8CF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</a:rPr>
              <a:t>✓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9CD132-ECE2-486F-B162-807D20D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00984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0F172A"/>
                </a:solidFill>
              </a:rPr>
              <a:t>Ask permission before sharing data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A18D530-494B-491A-B5AE-3892B09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941064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</a:rPr>
              <a:t>✓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E5C2AB2-E86A-4DD0-BB97-EDFB1D9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959352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0F172A"/>
                </a:solidFill>
              </a:rPr>
              <a:t>Collect only necessary information</a:t>
            </a:r>
            <a:endParaRPr sz="13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46B90D1-5D56-4D6F-86A1-BF79BBB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99432"/>
            <a:ext cx="228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B981"/>
                </a:solidFill>
              </a:rPr>
              <a:t>✓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1CEBA6-F1FF-4467-A7FF-DB1EEAF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17720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0F172A"/>
                </a:solidFill>
              </a:rPr>
              <a:t>Keep privacy policies clear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1354711-6F6F-4118-A6C1-3BF477F1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532120"/>
            <a:ext cx="4389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624E95F-4C98-4E74-A189-16973E56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742432"/>
            <a:ext cx="4480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</a:rPr>
              <a:t>Key sources: ACM, OAIC, Cheng et al., Mozafari et al., Ullah et al., van der Goot et al.</a:t>
            </a:r>
            <a:endParaRPr sz="8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218B1E-4323-4B92-B5F6-A79EFD6A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4663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ICT303 Professional Ethics in Computing</a:t>
            </a:r>
            <a:endParaRPr sz="7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981968-A01F-47B0-8BBE-8EC31B79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45936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05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8699962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2026-08-16T10:59:07.8040000Z</dcterms:created>
  <dcterms:modified xsi:type="dcterms:W3CDTF">2026-08-16T10:59:07.8040000Z</dcterms:modified>
</coreProperties>
</file>